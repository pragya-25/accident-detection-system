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548640"/>
            <a:ext cx="1005840" cy="10058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Vehicle Accident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Emergency Alert 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944368"/>
            <a:ext cx="8046720" cy="0"/>
          </a:xfrm>
          <a:prstGeom prst="line">
            <a:avLst/>
          </a:prstGeom>
          <a:noFill/>
          <a:ln w="12700">
            <a:solidFill>
              <a:srgbClr val="2E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by Research — Computer Science &amp;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PRAGYA  |  25/RCO/11  |  Supervisor: Dr. R.K. Yadav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(WHO)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651760" cy="1554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14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46120" y="17373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deaths/year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alone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6517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914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due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301752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go unnoticed for minutes on remote highways — often fatal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detection relies entirely on human witnesses and phone calls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system exists to instantly alert the nearest hospital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between accident and ambulance dispatch is the #1 cause of preventable deaths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system that watches, detects, and alerts — automatically.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508760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173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🎥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" y="2057400"/>
            <a:ext cx="150876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5146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or uploaded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65960" y="1371600"/>
            <a:ext cx="1508760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14173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965960" y="2057400"/>
            <a:ext cx="150876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25146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Frame-by-frame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03320" y="1371600"/>
            <a:ext cx="1508760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14173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🗳️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703320" y="2057400"/>
            <a:ext cx="150876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Voting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25146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 frames must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— no false alarms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0680" y="1371600"/>
            <a:ext cx="1508760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40680" y="14173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5440680" y="2057400"/>
            <a:ext cx="150876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Lookup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25146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nearest hospital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78040" y="1371600"/>
            <a:ext cx="1508760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14173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7178040" y="2057400"/>
            <a:ext cx="150876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25146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alert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details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accidents in seconds — no human intervention required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16002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parameters, 8.1 GFLOPs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68680"/>
            <a:ext cx="64008" cy="16002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60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02336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1371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Ultralytics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86868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868680"/>
            <a:ext cx="64008" cy="16002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960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ngrok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1371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browser access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88920"/>
            <a:ext cx="64008" cy="16002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80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8872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database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Auto-logging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7889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788920"/>
            <a:ext cx="64008" cy="16002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880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02336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336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lookup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API key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27889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2788920"/>
            <a:ext cx="64008" cy="16002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880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5800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 training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84048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Roboflow Universe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images: 11,780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9,758 (83%)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1,347 (11%)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675 (6%)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Severe &amp; Moderate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 2.13 hours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NVIDIA Tesla T4 GPU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20624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(mAP50)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54864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25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mAP50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325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984248"/>
            <a:ext cx="3931920" cy="54864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842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— mAP50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198424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642616"/>
            <a:ext cx="3931920" cy="54864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64261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mAP50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264261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3300984"/>
            <a:ext cx="3931920" cy="54864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3009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33009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3959352"/>
            <a:ext cx="3931920" cy="54864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9593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959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FRAME VOTING ALGORITHM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Single-frame detection causes false alarms on normal traffic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Alert only when 5 out of 10 consecutive frames confirm an accident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749808" cy="749808"/>
          </a:xfrm>
          <a:prstGeom prst="rect">
            <a:avLst/>
          </a:prstGeom>
          <a:solidFill>
            <a:srgbClr val="DCE3EC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70432" y="1691640"/>
            <a:ext cx="749808" cy="749808"/>
          </a:xfrm>
          <a:prstGeom prst="rect">
            <a:avLst/>
          </a:prstGeom>
          <a:solidFill>
            <a:srgbClr val="DCE3EC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0824" y="1691640"/>
            <a:ext cx="749808" cy="749808"/>
          </a:xfrm>
          <a:prstGeom prst="rect">
            <a:avLst/>
          </a:prstGeom>
          <a:solidFill>
            <a:srgbClr val="DCE3EC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0824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20824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71216" y="1691640"/>
            <a:ext cx="7498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71216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71216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21608" y="1691640"/>
            <a:ext cx="7498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21608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691640"/>
            <a:ext cx="7498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0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22392" y="1691640"/>
            <a:ext cx="7498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22392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72784" y="1691640"/>
            <a:ext cx="7498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72784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23176" y="1691640"/>
            <a:ext cx="749808" cy="749808"/>
          </a:xfrm>
          <a:prstGeom prst="rect">
            <a:avLst/>
          </a:prstGeom>
          <a:solidFill>
            <a:srgbClr val="DCE3EC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3176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23176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73568" y="1691640"/>
            <a:ext cx="749808" cy="749808"/>
          </a:xfrm>
          <a:prstGeom prst="rect">
            <a:avLst/>
          </a:prstGeom>
          <a:solidFill>
            <a:srgbClr val="DCE3EC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73568" y="16916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973568" y="24505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24328" y="1627632"/>
            <a:ext cx="4279392" cy="1188720"/>
          </a:xfrm>
          <a:prstGeom prst="rect">
            <a:avLst/>
          </a:prstGeom>
          <a:solidFill>
            <a:srgbClr val="000000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4328" y="2816352"/>
            <a:ext cx="4279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accident frames → ALERT!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2918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291840"/>
            <a:ext cx="416052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2918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Frame Voting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Rate: ~15%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4069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Accuracy: 82%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32918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291840"/>
            <a:ext cx="416052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2918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Frame Voting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3776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Rate: 0%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37760" y="4069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Accuracy: 100%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&amp; ALERT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30352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3035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ACCIDENT DETECTED — CALL AMBULANCE NOW  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May 2026, 03:45 PM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93776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965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81965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NH-48, Delhi-Gurgaon Highway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493776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13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Severity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3134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493776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072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Confidence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8072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493776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009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Hospital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3009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Medanta Hospital, Gurgaon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493776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Emergency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794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 108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297680"/>
            <a:ext cx="49377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976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Hospital Informed — Close Alert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0" y="777240"/>
            <a:ext cx="2971800" cy="4023360"/>
          </a:xfrm>
          <a:prstGeom prst="rect">
            <a:avLst/>
          </a:prstGeom>
          <a:solidFill>
            <a:srgbClr val="1B2B3B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0" y="8686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1325880"/>
            <a:ext cx="2788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Upload any video file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Real-time progress bar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Red alert popup with sound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Green All Clear screen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Incident log (right panel)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Live stats — total, severe, moderate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Demo mode for presentations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Audible beep alert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DELHI-NCR CAMERA NETWORK SIMULATION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video is automatically assigned to one of 3 simulated CCTV cameras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73152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90472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307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618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NH-48, Delhi-Gurgaon Highway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3075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Medanta Hospital, Gurgaon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307592"/>
            <a:ext cx="0" cy="91440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691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Auto-assigned randomly for each video upload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68880"/>
            <a:ext cx="73152" cy="10515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24912"/>
            <a:ext cx="548640" cy="5486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24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542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8529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Connaught Place, New Delhi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5420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Ram Manohar Lohia Hospital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2542032"/>
            <a:ext cx="0" cy="91440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926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Auto-assigned randomly for each video upload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0332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03320"/>
            <a:ext cx="73152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959352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59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3776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087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DND Flyway, Noida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7764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Kailash Hospital, Noida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3776472"/>
            <a:ext cx="0" cy="91440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41605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Auto-assigned randomly for each video upload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deployment: Each camera has a fixed GPS location → When accident detected → Nearest hospital for that camera is called automatically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Transformer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YOLOv8 with transformer-based detector for even higher accuracy in complex multi-vehicle scenes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974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14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1417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Calling (Twilio)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Auto-call hospital emergency number the moment accident is confirmed — already architected in the codebase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822960"/>
            <a:ext cx="26974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914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72200" y="1417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CCTV Streams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7830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RTSP streams from real highway cameras using OpenCV for true 24/7 real-time monitoring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26974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Vision 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low-light and nighttime accident datasets — night accidents are disproportionately fatal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6974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9184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to traffic police and hospital staff smartphones with GPS map and severity details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788920"/>
            <a:ext cx="26974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72200" y="33832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 or Azure for permanent 24/7 operation without dependency on Google Colab session limits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005840"/>
            <a:ext cx="0" cy="1005840"/>
          </a:xfrm>
          <a:prstGeom prst="line">
            <a:avLst/>
          </a:prstGeom>
          <a:noFill/>
          <a:ln w="12700">
            <a:solidFill>
              <a:srgbClr val="2E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960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frame voting)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005840"/>
            <a:ext cx="0" cy="1005840"/>
          </a:xfrm>
          <a:prstGeom prst="line">
            <a:avLst/>
          </a:prstGeom>
          <a:noFill/>
          <a:ln w="12700">
            <a:solidFill>
              <a:srgbClr val="2E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960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(live stream)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0" cy="1005840"/>
          </a:xfrm>
          <a:prstGeom prst="line">
            <a:avLst/>
          </a:prstGeom>
          <a:noFill/>
          <a:ln w="12700">
            <a:solidFill>
              <a:srgbClr val="2E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960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1228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Locations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8321040" cy="0"/>
          </a:xfrm>
          <a:prstGeom prst="line">
            <a:avLst/>
          </a:prstGeom>
          <a:noFill/>
          <a:ln w="12700">
            <a:solidFill>
              <a:srgbClr val="2E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688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practical, deployable AI system that bridges the gap between accident occurrence and emergency response — potentially saving lives by cutting ambulance dispatch time from minutes to seconds.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3210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fully working — trained model (97.5% mAP) + frame voting + web dashboard + hospital lookup + incident database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PRAGYA  |  25/RCO/11  |  M.Tech by Research — CSE  |  2025-26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2519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Vehicle Accident Detection System</dc:title>
  <dc:subject>PptxGenJS Presentation</dc:subject>
  <dc:creator>PptxGenJS</dc:creator>
  <cp:lastModifiedBy>PptxGenJS</cp:lastModifiedBy>
  <cp:revision>1</cp:revision>
  <dcterms:created xsi:type="dcterms:W3CDTF">2026-05-23T19:09:00Z</dcterms:created>
  <dcterms:modified xsi:type="dcterms:W3CDTF">2026-05-23T19:09:00Z</dcterms:modified>
</cp:coreProperties>
</file>